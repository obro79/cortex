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68D6B0"/>
                </a:solidFill>
              </a:rPr>
              <a:t>Cortex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Evidence-first context for fragmented work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FFCF5C"/>
                </a:solidFill>
              </a:rPr>
              <a:t>HACKATHON DEMO • SYNTHETIC FIXTURES • NOT LIVE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01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The problem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Decisions are split across messages, docs, tickets, code, and media.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Search finds fragments. Teams still need the why, the source, and the confidence.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The Cortex promise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Normalize work context into retrievable evidence.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Answer a cross-source question — then show the supporting source, excerpt, and fixture route.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Demo corpus: exact &amp; repeatable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10 synthetic source records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Slack 3 • Google Drive 2 • Linear 2</a:t>
            </a:r>
            <a:endParaRPr lang="en-US"/>
          </a:p>
        </p:txBody>
      </p:sp>
      <p:sp>
        <p:nvSpPr>
          <p:cNvPr id="15350000" name="Text"/>
          <p:cNvSpPr txBox="1"/>
          <p:nvPr/>
        </p:nvSpPr>
        <p:spPr>
          <a:xfrm>
            <a:off x="900000" y="40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GitHub 1 • Jira 1 • Repository docs 1</a:t>
            </a:r>
            <a:endParaRPr lang="en-US"/>
          </a:p>
        </p:txBody>
      </p:sp>
      <p:sp>
        <p:nvSpPr>
          <p:cNvPr id="16150000" name="Text"/>
          <p:cNvSpPr txBox="1"/>
          <p:nvPr/>
        </p:nvSpPr>
        <p:spPr>
          <a:xfrm>
            <a:off x="900000" y="48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3 media-source files → 2 captions + 1 transcript (derived, not extra records)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From source shape to evidence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Provider-shaped fixtures → normalization → context chunks → retrieval → inspectable answer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Target architecture shown; no live provider API, OAuth, customer workspace, or production index.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The demo moment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Ask for the decision and rationale across source shapes.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Reveal evidence rows: source label, fixture ID, supporting excerpt, and route back to fixture context.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Why media matters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Media files receive derived captions or transcripts so their context can join the same evidence path.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Fixture corpus: 3 media-source files, 2 captions, 1 transcript.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000" name="Text"/>
          <p:cNvSpPr txBox="1"/>
          <p:nvPr/>
        </p:nvSpPr>
        <p:spPr>
          <a:xfrm>
            <a:off x="900000" y="85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 b="1">
                <a:solidFill>
                  <a:srgbClr val="EAF2FF"/>
                </a:solidFill>
              </a:rPr>
              <a:t>What we proved — and what we did not</a:t>
            </a:r>
            <a:endParaRPr lang="en-US"/>
          </a:p>
        </p:txBody>
      </p:sp>
      <p:sp>
        <p:nvSpPr>
          <p:cNvPr id="13750000" name="Text"/>
          <p:cNvSpPr txBox="1"/>
          <p:nvPr/>
        </p:nvSpPr>
        <p:spPr>
          <a:xfrm>
            <a:off x="900000" y="24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Proved: repeatable source → evidence → answer walkthrough on controlled fixtures.</a:t>
            </a:r>
            <a:endParaRPr lang="en-US"/>
          </a:p>
        </p:txBody>
      </p:sp>
      <p:sp>
        <p:nvSpPr>
          <p:cNvPr id="14550000" name="Text"/>
          <p:cNvSpPr txBox="1"/>
          <p:nvPr/>
        </p:nvSpPr>
        <p:spPr>
          <a:xfrm>
            <a:off x="900000" y="32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Not proved: live connectors, realtime sync, production permissions, or retrieval quality at customer scale.</a:t>
            </a:r>
            <a:endParaRPr lang="en-US"/>
          </a:p>
        </p:txBody>
      </p:sp>
      <p:sp>
        <p:nvSpPr>
          <p:cNvPr id="15350000" name="Text"/>
          <p:cNvSpPr txBox="1"/>
          <p:nvPr/>
        </p:nvSpPr>
        <p:spPr>
          <a:xfrm>
            <a:off x="900000" y="40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 b="0">
                <a:solidFill>
                  <a:srgbClr val="C6D5EC"/>
                </a:solidFill>
              </a:rPr>
              <a:t>Cortex: make answers inspectable, not merely searchable.</a:t>
            </a:r>
            <a:endParaRPr lang="en-US"/>
          </a:p>
        </p:txBody>
      </p:sp>
      <p:sp>
        <p:nvSpPr>
          <p:cNvPr id="17560000" name="Text"/>
          <p:cNvSpPr txBox="1"/>
          <p:nvPr/>
        </p:nvSpPr>
        <p:spPr>
          <a:xfrm>
            <a:off x="900000" y="6260000"/>
            <a:ext cx="104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950" b="1">
                <a:solidFill>
                  <a:srgbClr val="7795BE"/>
                </a:solidFill>
              </a:rPr>
              <a:t>CORTEX  /  FIXTURE DEMO  /  08</a:t>
            </a:r>
            <a:endParaRPr lang="en-US"/>
          </a:p>
        </p:txBody>
      </p:sp>
    </p:spTree>
  </p:cSld>
  <p:clrMapOvr>
    <a:masterClrMapping/>
  </p:clrMapOvr>
</p:sld>
</file>